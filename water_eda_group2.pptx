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Global Water Consumption Trend (Index)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Water Consumption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410</c:v>
                </c:pt>
                <c:pt idx="1">
                  <c:v>415</c:v>
                </c:pt>
                <c:pt idx="2">
                  <c:v>418</c:v>
                </c:pt>
                <c:pt idx="3">
                  <c:v>421</c:v>
                </c:pt>
                <c:pt idx="4">
                  <c:v>427</c:v>
                </c:pt>
                <c:pt idx="5">
                  <c:v>430</c:v>
                </c:pt>
                <c:pt idx="6">
                  <c:v>436</c:v>
                </c:pt>
                <c:pt idx="7">
                  <c:v>438</c:v>
                </c:pt>
                <c:pt idx="8">
                  <c:v>443</c:v>
                </c:pt>
                <c:pt idx="9">
                  <c:v>448</c:v>
                </c:pt>
                <c:pt idx="10">
                  <c:v>452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3E0-4F9C-8880-05D1EAC20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378B7638-B2EF-8CDD-2260-B23681697B1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017111" cy="4178515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827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5C8F">
              <a:alpha val="30000"/>
            </a:srgbClr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2743200"/>
            <a:ext cx="2560320" cy="256032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EDA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Water Consumption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 Water Usage Patterns &amp; Scarcity Trends Using Python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Bhimashankar Teli , Sridhar Alagandala, RAMKUMAR S , Bhargav S V, Amrithya Muralikrishnan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64592" cy="3977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on a global water consumption dataset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water usage patterns across countries and years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relationships between environmental factors and water scarcity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 supporting sustainable water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164592" cy="3977640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8348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83480" y="150876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83480" y="1673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167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50876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0" y="1673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2167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92608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8348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292608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environmental and consumption features captured across countries and years.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5661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7315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1168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7315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1168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Coverage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7315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Scope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4074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Water Consumption · Agricultural &amp; Industrial Use · Household Water Use · Rainfall Levels · Groundwater Depletion Rate · Water Scarcity Level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23360" y="868680"/>
            <a:ext cx="48006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60520" y="914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Preview</a:t>
            </a: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6512" y="1280160"/>
            <a:ext cx="466344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4632" y="10332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84632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6184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 using Pandas library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29000" y="10332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2900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41648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6184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structure with df.info() and df.describe()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73368" y="10332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73368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86016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3368" y="16184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absence of missing values and checked duplicates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" y="30906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" y="36758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and standardised numerical data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4408" y="29260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29000" y="30906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2900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41648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6758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 clean dataset for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97480" cy="1783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1792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·  Seaborn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– Variable Distribution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88720"/>
            <a:ext cx="4069080" cy="2423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0060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– Outlier Detection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36592" y="1188720"/>
            <a:ext cx="4069080" cy="2423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20040" y="384048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9436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94360" y="4187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Histograms revealed moderate variation across countries · Box plots flagged extreme outliers in certain regions · Some countries exhibit unusually high water consumption levels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88720"/>
            <a:ext cx="4069080" cy="2423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0060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Analysis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36592" y="1188720"/>
            <a:ext cx="4069080" cy="2423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20040" y="384048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9436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Findings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94360" y="4187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Strong positive correlation between Total Water Consumption &amp; Agricultural Water Use · Higher groundwater depletion linked with water scarcity · Lower rainfall regions depend more on groundwater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5303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553780597"/>
              </p:ext>
            </p:extLst>
          </p:nvPr>
        </p:nvGraphicFramePr>
        <p:xfrm>
          <a:off x="365760" y="914400"/>
          <a:ext cx="5212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86868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806440" y="868680"/>
            <a:ext cx="16459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080760" y="978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Increase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325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Water consumption shows steady yearly growth in several countries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440" y="224028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806440" y="2240280"/>
            <a:ext cx="16459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080760" y="23500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Rising population drives increased demand for water resources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361188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806440" y="3611880"/>
            <a:ext cx="16459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080760" y="3721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Expansion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076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Industrial activity significantly contributes to rising consumption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4480560"/>
            <a:ext cx="301752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OBSERVATIONS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Dominates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Agriculture is the single largest contributor to total water consumption globally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27448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27448" y="868680"/>
            <a:ext cx="4160520" cy="182880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10328" y="1143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50408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Scarcity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67335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Water scarcity is driven by multiple environmental factors acting together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1605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43000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Stress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77647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Groundwater depletion is a critical sustainability concern for future water security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27448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27448" y="2971800"/>
            <a:ext cx="4160520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10328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50408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Variation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377647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Significant differences in consumption and scarcity exist across regions worldwide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08813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 future water consumption using regression and time-series ML models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27448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10328" y="1051560"/>
            <a:ext cx="566928" cy="566928"/>
          </a:xfrm>
          <a:prstGeom prst="ellipse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10328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14416" y="108813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7099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countries at risk of severe water scarcity using classification models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566928" cy="5669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319125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Clustering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8130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Cluster countries based on usage patterns using K-Means or DBSCAN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27448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910328" y="3154680"/>
            <a:ext cx="566928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10328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14416" y="319125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Trends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38130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long-term sustainability trends and policy impact on water usage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5C8F">
              <a:alpha val="28000"/>
            </a:srgbClr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474720" cy="34747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Exploratory Data Analysis revealed meaningful patterns in global water consumption. Agricultural usage and groundwater depletion emerged as the primary contributors to water stress and scarcity.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743200"/>
            <a:ext cx="2743200" cy="1645920"/>
          </a:xfrm>
          <a:prstGeom prst="rect">
            <a:avLst/>
          </a:prstGeom>
          <a:solidFill>
            <a:srgbClr val="0D5C8F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Built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establishes a strong analytical base for further modelling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743200"/>
            <a:ext cx="2743200" cy="1645920"/>
          </a:xfrm>
          <a:prstGeom prst="rect">
            <a:avLst/>
          </a:prstGeom>
          <a:solidFill>
            <a:srgbClr val="0D5C8F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0" y="2852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Potential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Patterns support development of accurate forecasting models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2743200" cy="1645920"/>
          </a:xfrm>
          <a:prstGeom prst="rect">
            <a:avLst/>
          </a:prstGeom>
          <a:solidFill>
            <a:srgbClr val="0D5C8F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09360" y="2852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Planning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Insights can guide evidence-based resource management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492</Words>
  <Application>Microsoft Office PowerPoint</Application>
  <PresentationFormat>On-screen Show (16:9)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of Global Water Consumption</dc:title>
  <dc:subject>PptxGenJS Presentation</dc:subject>
  <dc:creator>Bhimashankar Teli &amp; Group 2</dc:creator>
  <cp:lastModifiedBy>Bhimashankar Teli Teli</cp:lastModifiedBy>
  <cp:revision>3</cp:revision>
  <dcterms:created xsi:type="dcterms:W3CDTF">2026-03-06T13:20:39Z</dcterms:created>
  <dcterms:modified xsi:type="dcterms:W3CDTF">2026-03-07T03:08:51Z</dcterms:modified>
</cp:coreProperties>
</file>